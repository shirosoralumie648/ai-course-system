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5567A5-8D8B-4E25-8901-F5598FD03D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A0B66-EB41-4CC1-9F20-79ED5D54D9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3DBDA4-0DF6-4EA1-9D66-F4B0638D20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9EE451-03F5-44D6-8E06-7BC045EDF4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87BA0-1826-4A71-A220-08A4343370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4E624F-05EB-401F-BEC1-BEBCA375B1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278122-E57C-4E16-96C6-F30EBBB556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13B324-76FD-42AA-B9BF-8141F0CD79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2DEA0E-E047-428E-BE63-2E415FABE3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851592-3AAB-4F18-9555-CC518FD6B4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1BF04A-AD49-496B-828B-9AAEDA1F4F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83CB19-5A97-40D2-9F2B-626EE9C8CC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1D3222A-9209-4D0F-B6D5-021F13A81C6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40000"/>
            <a:ext cx="8280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latin typeface="Noto Sans CJK SC"/>
              </a:rPr>
              <a:t>第 </a:t>
            </a:r>
            <a:r>
              <a:rPr b="1" lang="en-US" sz="3600" spc="-1" strike="noStrike">
                <a:latin typeface="Noto Sans CJK SC"/>
              </a:rPr>
              <a:t>6 </a:t>
            </a:r>
            <a:r>
              <a:rPr b="1" lang="zh-CN" sz="3600" spc="-1" strike="noStrike">
                <a:latin typeface="Noto Sans CJK SC"/>
              </a:rPr>
              <a:t>周：</a:t>
            </a:r>
            <a:r>
              <a:rPr b="1" lang="en-US" sz="3600" spc="-1" strike="noStrike">
                <a:latin typeface="Noto Sans CJK SC"/>
              </a:rPr>
              <a:t>AI </a:t>
            </a:r>
            <a:r>
              <a:rPr b="1" lang="zh-CN" sz="3600" spc="-1" strike="noStrike">
                <a:latin typeface="Noto Sans CJK SC"/>
              </a:rPr>
              <a:t>辅助数据分析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044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500" spc="-1" strike="noStrike">
                <a:latin typeface="Noto Sans CJK SC"/>
              </a:rPr>
              <a:t>表格理解、指标解释、图表与错误检查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7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Noto Sans CJK SC"/>
              </a:rPr>
              <a:t>课程 </a:t>
            </a:r>
            <a:r>
              <a:rPr b="0" lang="en-US" sz="1800" spc="-1" strike="noStrike">
                <a:latin typeface="Noto Sans CJK SC"/>
              </a:rPr>
              <a:t>A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思维与 </a:t>
            </a:r>
            <a:r>
              <a:rPr b="0" lang="en-US" sz="1800" spc="-1" strike="noStrike">
                <a:latin typeface="Noto Sans CJK SC"/>
              </a:rPr>
              <a:t>Prompt Engineering </a:t>
            </a:r>
            <a:r>
              <a:rPr b="0" lang="zh-CN" sz="1800" spc="-1" strike="noStrike">
                <a:latin typeface="Noto Sans CJK SC"/>
              </a:rPr>
              <a:t>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能描述数据字段和指标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能让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辅助解释图表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能检查计算和结论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能写出分析风险说明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如何用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辅助数据分析，同时避免错误计算和过度解读？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关键概念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数据字段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指标解释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数据清洗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图表解读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错误检查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过度解读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这节课不是做什么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不是背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不是复制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不是工具功能演示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不是替代人工判断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教师演示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展示模糊输入的问题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展示结构化输入的改善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指出事实、来源、风格和风险问题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分析一个小型公开数据表，生成指标解释、图表建议和风险清单。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过程证据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学生相信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的错误计算或把相关性写成因果关系。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同伴互评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任务目标是否清楚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背景是否足够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输出是否可核查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人工修订是否具体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课后作业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提交分析报告、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交互记录、人工核查说明和风险说明。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数据说明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分析报告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核查记录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2026-05-27T20:03:33Z</dcterms:created>
  <dc:creator/>
  <dc:description/>
  <dc:language>en-US</dc:language>
  <cp:lastModifiedBy/>
  <dcterms:modified xsi:type="dcterms:W3CDTF">2026-05-27T20:03:33Z</dcterms:modified>
  <cp:revision>1</cp:revision>
  <dc:subject/>
  <dc:title/>
</cp:coreProperties>
</file>