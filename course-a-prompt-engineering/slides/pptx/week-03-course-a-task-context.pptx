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40329C-36F8-4051-B7A7-8ED738C98B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2E7C85-5ED0-4FEE-9569-05879A86BE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6310A1-34ED-43F0-9293-565FF44BC3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7776FA-28EA-4D50-8E5B-6239D37CD0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50E5D0-4E0D-4D92-81C9-2F48F1F134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022CCF-BC4F-46CA-97C7-63149B63C44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7AF3BC-C834-44D3-909C-9C022A04FE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825614-6F79-4484-90A1-4F89BA3E46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64494B-C138-4B42-8512-0769724B6AC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E32814-75A1-4BA5-965C-92BFA12DB09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2C1832-D050-4988-A19F-33258A46DA4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3C766E-3F6C-4DC8-AB4B-096E65AF2FA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4B2C7262-BADD-40EE-B443-AE7B5D72EA3E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396000" y="540000"/>
            <a:ext cx="8280000" cy="75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600" spc="-1" strike="noStrike">
                <a:latin typeface="Noto Sans CJK SC"/>
              </a:rPr>
              <a:t>第 </a:t>
            </a:r>
            <a:r>
              <a:rPr b="1" lang="en-US" sz="3600" spc="-1" strike="noStrike">
                <a:latin typeface="Noto Sans CJK SC"/>
              </a:rPr>
              <a:t>3 </a:t>
            </a:r>
            <a:r>
              <a:rPr b="1" lang="zh-CN" sz="3600" spc="-1" strike="noStrike">
                <a:latin typeface="Noto Sans CJK SC"/>
              </a:rPr>
              <a:t>周：任务拆解与上下文表达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68000" y="1044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2500" spc="-1" strike="noStrike">
                <a:latin typeface="Noto Sans CJK SC"/>
              </a:rPr>
              <a:t>从复杂任务到上下文包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68000" y="1476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latin typeface="Noto Sans CJK SC"/>
              </a:rPr>
              <a:t>课程 </a:t>
            </a:r>
            <a:r>
              <a:rPr b="0" lang="en-US" sz="1800" spc="-1" strike="noStrike">
                <a:latin typeface="Noto Sans CJK SC"/>
              </a:rPr>
              <a:t>A</a:t>
            </a:r>
            <a:r>
              <a:rPr b="0" lang="zh-CN" sz="1800" spc="-1" strike="noStrike">
                <a:latin typeface="Noto Sans CJK SC"/>
              </a:rPr>
              <a:t>：</a:t>
            </a:r>
            <a:r>
              <a:rPr b="0" lang="en-US" sz="1800" spc="-1" strike="noStrike">
                <a:latin typeface="Noto Sans CJK SC"/>
              </a:rPr>
              <a:t>AI </a:t>
            </a:r>
            <a:r>
              <a:rPr b="0" lang="zh-CN" sz="1800" spc="-1" strike="noStrike">
                <a:latin typeface="Noto Sans CJK SC"/>
              </a:rPr>
              <a:t>思维与 </a:t>
            </a:r>
            <a:r>
              <a:rPr b="0" lang="en-US" sz="1800" spc="-1" strike="noStrike">
                <a:latin typeface="Noto Sans CJK SC"/>
              </a:rPr>
              <a:t>Prompt Engineering </a:t>
            </a:r>
            <a:r>
              <a:rPr b="0" lang="zh-CN" sz="1800" spc="-1" strike="noStrike">
                <a:latin typeface="Noto Sans CJK SC"/>
              </a:rPr>
              <a:t>实践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本讲目标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能拆解复杂任务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能组织材料、约束、样例和输出格式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能判断上下文过多和过少的问题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能提交任务拆解表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核心问题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如何把复杂专业任务拆成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可以辅助执行的步骤？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2/11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关键概念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68000" y="576000"/>
            <a:ext cx="792000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任务拆解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上下文包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材料选择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约束条件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样例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输出格式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3/11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这节课不是做什么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不是背 </a:t>
            </a:r>
            <a:r>
              <a:rPr b="0" lang="en-US" sz="2400" spc="-1" strike="noStrike">
                <a:latin typeface="Noto Sans CJK SC"/>
              </a:rPr>
              <a:t>Prompt </a:t>
            </a:r>
            <a:r>
              <a:rPr b="0" lang="zh-CN" sz="2400" spc="-1" strike="noStrike">
                <a:latin typeface="Noto Sans CJK SC"/>
              </a:rPr>
              <a:t>模板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不是复制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输出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不是工具功能演示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不是替代人工判断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4/11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教师演示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展示模糊输入的问题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展示结构化输入的改善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指出事实、来源、风格和风险问题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5/11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课堂任务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为一个专业任务写上下文包，包含目标、材料、限制、样例和输出格式。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6/11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过程证据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68000" y="576000"/>
            <a:ext cx="7920000" cy="196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原始 </a:t>
            </a:r>
            <a:r>
              <a:rPr b="0" lang="en-US" sz="2400" spc="-1" strike="noStrike">
                <a:latin typeface="Noto Sans CJK SC"/>
              </a:rPr>
              <a:t>Prompt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输出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人工修订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风险说明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复盘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7/11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常见风险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学生把大任务一次性交给 </a:t>
            </a:r>
            <a:r>
              <a:rPr b="0" lang="en-US" sz="2400" spc="-1" strike="noStrike">
                <a:latin typeface="Noto Sans CJK SC"/>
              </a:rPr>
              <a:t>AI</a:t>
            </a:r>
            <a:r>
              <a:rPr b="0" lang="zh-CN" sz="2400" spc="-1" strike="noStrike">
                <a:latin typeface="Noto Sans CJK SC"/>
              </a:rPr>
              <a:t>，缺少分步验收。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8/11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同伴互评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任务目标是否清楚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背景是否足够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输出是否可核查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人工修订是否具体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9/11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课后作业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提交任务拆解表，说明每一步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做什么、人做什么、如何验收。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10/11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提交物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任务拆解表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上下文包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人工验收标准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11/11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2026-05-27T20:03:32Z</dcterms:created>
  <dc:creator/>
  <dc:description/>
  <dc:language>en-US</dc:language>
  <cp:lastModifiedBy/>
  <dcterms:modified xsi:type="dcterms:W3CDTF">2026-05-27T20:03:32Z</dcterms:modified>
  <cp:revision>1</cp:revision>
  <dc:subject/>
  <dc:title/>
</cp:coreProperties>
</file>