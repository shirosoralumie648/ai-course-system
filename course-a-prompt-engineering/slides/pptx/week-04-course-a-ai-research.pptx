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1BA85-5446-41D9-969B-F81EA53519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4DFFB-730F-4C81-A71B-96B3A8A574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F3113-BB57-4AA6-B2BD-B9036D3E32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5E4E3D-01D5-415F-8229-AB420B79E2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8CFF6-23D8-48D5-9760-8A10CD514D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F6FBA5-9471-4788-921A-13D004B161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CA7859-C854-4D92-9111-0D58B804B6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0C433-CBD9-44CA-ADA6-65595FF27F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261862-3E8C-4887-AB14-6507A0DA8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DD813A-EAE3-4A81-B396-695A8130B4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9C88D4-25EA-45C9-BFCC-1AE4DACFBB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D66D9-86C2-45CD-99BE-2347D8A6D1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E433D90-3910-4BE3-BF32-6072BD31D68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4 </a:t>
            </a:r>
            <a:r>
              <a:rPr b="1" lang="zh-CN" sz="3600" spc="-1" strike="noStrike">
                <a:latin typeface="Noto Sans CJK SC"/>
              </a:rPr>
              <a:t>周：</a:t>
            </a:r>
            <a:r>
              <a:rPr b="1" lang="en-US" sz="3600" spc="-1" strike="noStrike">
                <a:latin typeface="Noto Sans CJK SC"/>
              </a:rPr>
              <a:t>AI </a:t>
            </a:r>
            <a:r>
              <a:rPr b="1" lang="zh-CN" sz="3600" spc="-1" strike="noStrike">
                <a:latin typeface="Noto Sans CJK SC"/>
              </a:rPr>
              <a:t>辅助调研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问题生成、资料整理与来源核查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能生成调研问题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能整理关键词和资料框架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能核查来源可信度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能记录引用和不确定项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如何用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辅助调研，同时避免虚假来源和不可靠结论？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调研问题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关键词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来源核查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引用风险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证据等级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围绕专业主题生成调研问题、关键词和资料核查表。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学生引用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编造的来源或未核查的结论。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提交调研记录和来源核查说明，标明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参与环节。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调研问题清单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来源核查表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引用风险说明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2026-05-27T20:03:32Z</dcterms:created>
  <dc:creator/>
  <dc:description/>
  <dc:language>en-US</dc:language>
  <cp:lastModifiedBy/>
  <dcterms:modified xsi:type="dcterms:W3CDTF">2026-05-27T20:03:32Z</dcterms:modified>
  <cp:revision>1</cp:revision>
  <dc:subject/>
  <dc:title/>
</cp:coreProperties>
</file>