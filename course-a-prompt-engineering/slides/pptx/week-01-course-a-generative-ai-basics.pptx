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757A30-23D0-439C-91DD-6902418F84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861B96-A441-4C90-A3E3-F376573559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C2DF7E-FDA8-409E-9D62-C5F98B340B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36D939-68BA-4EC7-B563-60E8AFB9BB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0FCEE-FBD0-49A3-8278-9AFF7740A1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6B856A-04E6-438F-AB32-353BBFA810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D4E48-00C3-4586-B4DA-3F98880CE2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0AE62-AD63-4712-816F-727EE075B5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11FF8-EE49-4F60-9FB9-359A52E51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E9537-E5B4-4E00-BD3B-C84EF755B8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999770-CAEF-483A-A8CD-3598D283A3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963F5-91A5-4046-86BC-B3A8537ED6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FB6E2ED-7494-4F8C-895D-16916279F12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1 </a:t>
            </a:r>
            <a:r>
              <a:rPr b="1" lang="zh-CN" sz="3600" spc="-1" strike="noStrike">
                <a:latin typeface="Noto Sans CJK SC"/>
              </a:rPr>
              <a:t>周：生成式 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基础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能力、边界、幻觉与人工判断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理解生成式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输出的概率性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识别幻觉、偏见和过度自信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建立人工判断和复核意识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完成一次输出差异观察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生成式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能做什么、不能做什么，为什么输出必须被人验证？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概率性输出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幻觉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人工判断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风险记录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对同一专业问题连续提问 </a:t>
            </a:r>
            <a:r>
              <a:rPr b="0" lang="en-US" sz="2400" spc="-1" strike="noStrike">
                <a:latin typeface="Noto Sans CJK SC"/>
              </a:rPr>
              <a:t>3 </a:t>
            </a:r>
            <a:r>
              <a:rPr b="0" lang="zh-CN" sz="2400" spc="-1" strike="noStrike">
                <a:latin typeface="Noto Sans CJK SC"/>
              </a:rPr>
              <a:t>次，比较输出差异、事实冲突和表达变化。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学生把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输出当成搜索结果或权威结论。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记录一次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输出错误，说明错误类型、发现方式、修订方式和风险。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输出差异观察表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错误案例记录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课堂复盘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2026-05-27T20:03:31Z</dcterms:created>
  <dc:creator/>
  <dc:description/>
  <dc:language>en-US</dc:language>
  <cp:lastModifiedBy/>
  <dcterms:modified xsi:type="dcterms:W3CDTF">2026-05-27T20:03:32Z</dcterms:modified>
  <cp:revision>1</cp:revision>
  <dc:subject/>
  <dc:title/>
</cp:coreProperties>
</file>