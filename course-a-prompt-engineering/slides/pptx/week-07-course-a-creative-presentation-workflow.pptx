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8FDB76-EF62-41AE-B98B-55520C49A7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927F2C-DE01-43DC-9EC2-B8B5D4BCCE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718869-4D94-459D-9B8A-943F88D8E5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1E58E8-77E0-4292-9266-7CBA8B01B6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DA7D26-81F8-45AD-A482-1326A5A3D3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216CC6-39E4-43FF-A7FB-CED2BDA1A6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A3561F-2C1E-4893-A358-FB0953E4AC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CBE306-2143-4E7E-9FEF-6827DF9874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A5210C-9B90-458E-A715-95B7DE5928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32D44A-3A63-4C3D-A75A-59AF5CC5DB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F3E5B8-3FAA-4D9B-B536-CBC6B56B2EC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7159CF-DEAF-41FF-87F6-0085A757A4C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91B4D5D-01B0-4615-9068-8F5F33FDDC25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40000"/>
            <a:ext cx="8280000" cy="75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600" spc="-1" strike="noStrike">
                <a:latin typeface="Noto Sans CJK SC"/>
              </a:rPr>
              <a:t>第 </a:t>
            </a:r>
            <a:r>
              <a:rPr b="1" lang="en-US" sz="3600" spc="-1" strike="noStrike">
                <a:latin typeface="Noto Sans CJK SC"/>
              </a:rPr>
              <a:t>7 </a:t>
            </a:r>
            <a:r>
              <a:rPr b="1" lang="zh-CN" sz="3600" spc="-1" strike="noStrike">
                <a:latin typeface="Noto Sans CJK SC"/>
              </a:rPr>
              <a:t>周：</a:t>
            </a:r>
            <a:r>
              <a:rPr b="1" lang="en-US" sz="3600" spc="-1" strike="noStrike">
                <a:latin typeface="Noto Sans CJK SC"/>
              </a:rPr>
              <a:t>AI </a:t>
            </a:r>
            <a:r>
              <a:rPr b="1" lang="zh-CN" sz="3600" spc="-1" strike="noStrike">
                <a:latin typeface="Noto Sans CJK SC"/>
              </a:rPr>
              <a:t>辅助创意与展示、个人 </a:t>
            </a:r>
            <a:r>
              <a:rPr b="1" lang="en-US" sz="3600" spc="-1" strike="noStrike">
                <a:latin typeface="Noto Sans CJK SC"/>
              </a:rPr>
              <a:t>AI </a:t>
            </a:r>
            <a:r>
              <a:rPr b="1" lang="zh-CN" sz="3600" spc="-1" strike="noStrike">
                <a:latin typeface="Noto Sans CJK SC"/>
              </a:rPr>
              <a:t>工作流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044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2500" spc="-1" strike="noStrike">
                <a:latin typeface="Noto Sans CJK SC"/>
              </a:rPr>
              <a:t>从创意发散到可复用流程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476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latin typeface="Noto Sans CJK SC"/>
              </a:rPr>
              <a:t>课程 </a:t>
            </a:r>
            <a:r>
              <a:rPr b="0" lang="en-US" sz="1800" spc="-1" strike="noStrike">
                <a:latin typeface="Noto Sans CJK SC"/>
              </a:rPr>
              <a:t>A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思维与 </a:t>
            </a:r>
            <a:r>
              <a:rPr b="0" lang="en-US" sz="1800" spc="-1" strike="noStrike">
                <a:latin typeface="Noto Sans CJK SC"/>
              </a:rPr>
              <a:t>Prompt Engineering </a:t>
            </a:r>
            <a:r>
              <a:rPr b="0" lang="zh-CN" sz="1800" spc="-1" strike="noStrike">
                <a:latin typeface="Noto Sans CJK SC"/>
              </a:rPr>
              <a:t>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能用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做创意发散和筛选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能设计展示结构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能画出个人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工作流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能准备期末项目选题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核心问题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如何把零散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使用变成稳定的个人工作流？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关键概念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174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创意发散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创意筛选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展示结构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流程复用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个人工作流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这节课不是做什么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不是背 </a:t>
            </a:r>
            <a:r>
              <a:rPr b="0" lang="en-US" sz="2400" spc="-1" strike="noStrike">
                <a:latin typeface="Noto Sans CJK SC"/>
              </a:rPr>
              <a:t>Prompt </a:t>
            </a:r>
            <a:r>
              <a:rPr b="0" lang="zh-CN" sz="2400" spc="-1" strike="noStrike">
                <a:latin typeface="Noto Sans CJK SC"/>
              </a:rPr>
              <a:t>模板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不是复制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不是工具功能演示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不是替代人工判断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教师演示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展示模糊输入的问题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展示结构化输入的改善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指出事实、来源、风格和风险问题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课堂任务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绘制个人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工作流图，标出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执行、人类判断和风险检查点。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过程证据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19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原始 </a:t>
            </a:r>
            <a:r>
              <a:rPr b="0" lang="en-US" sz="2400" spc="-1" strike="noStrike">
                <a:latin typeface="Noto Sans CJK SC"/>
              </a:rPr>
              <a:t>Prompt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风险说明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常见风险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学生把工作流画成工具清单，没有任务、判断和复盘。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同伴互评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任务目标是否清楚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背景是否足够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输出是否可核查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人工修订是否具体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课后作业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提交期末项目选题和个人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工作流草案。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提交物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创意清单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展示结构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个人工作流图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期末选题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2026-05-27T20:03:33Z</dcterms:created>
  <dc:creator/>
  <dc:description/>
  <dc:language>en-US</dc:language>
  <cp:lastModifiedBy/>
  <dcterms:modified xsi:type="dcterms:W3CDTF">2026-05-27T20:03:33Z</dcterms:modified>
  <cp:revision>1</cp:revision>
  <dc:subject/>
  <dc:title/>
</cp:coreProperties>
</file>