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467EF-79BF-46EB-B00E-8CC309F21E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1A4480-17EA-4BB3-B64B-96DCA698B2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97403D-E1D4-4E46-BB07-E950387FCD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993F04-C406-4DDC-9E07-97FB9A56AC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25A73C-6DB9-4BE4-998A-2B2061E256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165A12-7E2C-46E4-8552-771ABC5F0F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30823-CE78-4F86-9F7B-40A2506F5F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2B9225-7789-4D0C-83A6-66461FF6D4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203234-65CA-4114-B65A-EA15147C56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105900-78DB-4BDF-B14B-527FFF41FB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ECC70B-F320-4E30-918E-23AEC51042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F2D2C6-A605-4308-9CFE-0D96C6744E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18DD9D9-E087-4093-AC7A-F129D219211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40000"/>
            <a:ext cx="8280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latin typeface="Noto Sans CJK SC"/>
              </a:rPr>
              <a:t>第 </a:t>
            </a:r>
            <a:r>
              <a:rPr b="1" lang="en-US" sz="3600" spc="-1" strike="noStrike">
                <a:latin typeface="Noto Sans CJK SC"/>
              </a:rPr>
              <a:t>2 </a:t>
            </a:r>
            <a:r>
              <a:rPr b="1" lang="zh-CN" sz="3600" spc="-1" strike="noStrike">
                <a:latin typeface="Noto Sans CJK SC"/>
              </a:rPr>
              <a:t>周：</a:t>
            </a:r>
            <a:r>
              <a:rPr b="1" lang="en-US" sz="3600" spc="-1" strike="noStrike">
                <a:latin typeface="Noto Sans CJK SC"/>
              </a:rPr>
              <a:t>Prompt </a:t>
            </a:r>
            <a:r>
              <a:rPr b="1" lang="zh-CN" sz="3600" spc="-1" strike="noStrike">
                <a:latin typeface="Noto Sans CJK SC"/>
              </a:rPr>
              <a:t>基本结构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044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500" spc="-1" strike="noStrike">
                <a:latin typeface="Noto Sans CJK SC"/>
              </a:rPr>
              <a:t>角色、任务、背景、限制、格式与评价标准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7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Noto Sans CJK SC"/>
              </a:rPr>
              <a:t>课程 </a:t>
            </a:r>
            <a:r>
              <a:rPr b="0" lang="en-US" sz="1800" spc="-1" strike="noStrike">
                <a:latin typeface="Noto Sans CJK SC"/>
              </a:rPr>
              <a:t>A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思维与 </a:t>
            </a:r>
            <a:r>
              <a:rPr b="0" lang="en-US" sz="1800" spc="-1" strike="noStrike">
                <a:latin typeface="Noto Sans CJK SC"/>
              </a:rPr>
              <a:t>Prompt Engineering </a:t>
            </a:r>
            <a:r>
              <a:rPr b="0" lang="zh-CN" sz="1800" spc="-1" strike="noStrike">
                <a:latin typeface="Noto Sans CJK SC"/>
              </a:rPr>
              <a:t>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掌握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的基本组成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能改写模糊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能设置输出格式和评价标准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理解模板不能代替任务分析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怎样把模糊请求改写成可执行、可评价的 </a:t>
            </a:r>
            <a:r>
              <a:rPr b="0" lang="en-US" sz="2400" spc="-1" strike="noStrike">
                <a:latin typeface="Noto Sans CJK SC"/>
              </a:rPr>
              <a:t>Prompt</a:t>
            </a:r>
            <a:r>
              <a:rPr b="0" lang="zh-CN" sz="2400" spc="-1" strike="noStrike">
                <a:latin typeface="Noto Sans CJK SC"/>
              </a:rPr>
              <a:t>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关键概念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角色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限制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输出格式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评价标准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这节课不是做什么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不是背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不是复制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不是工具功能演示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不是替代人工判断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教师演示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展示模糊输入的问题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展示结构化输入的改善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指出事实、来源、风格和风险问题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把一个模糊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改写成面向专业任务的结构化 </a:t>
            </a:r>
            <a:r>
              <a:rPr b="0" lang="en-US" sz="2400" spc="-1" strike="noStrike">
                <a:latin typeface="Noto Sans CJK SC"/>
              </a:rPr>
              <a:t>Prompt</a:t>
            </a:r>
            <a:r>
              <a:rPr b="0" lang="zh-CN" sz="2400" spc="-1" strike="noStrike">
                <a:latin typeface="Noto Sans CJK SC"/>
              </a:rPr>
              <a:t>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过程证据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学生只背模板，不理解任务目标和评价标准。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同伴互评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任务目标是否清楚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背景是否足够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输出是否可核查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人工修订是否具体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课后作业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提交 </a:t>
            </a:r>
            <a:r>
              <a:rPr b="0" lang="en-US" sz="2400" spc="-1" strike="noStrike">
                <a:latin typeface="Noto Sans CJK SC"/>
              </a:rPr>
              <a:t>3 </a:t>
            </a:r>
            <a:r>
              <a:rPr b="0" lang="zh-CN" sz="2400" spc="-1" strike="noStrike">
                <a:latin typeface="Noto Sans CJK SC"/>
              </a:rPr>
              <a:t>个专业任务 </a:t>
            </a:r>
            <a:r>
              <a:rPr b="0" lang="en-US" sz="2400" spc="-1" strike="noStrike">
                <a:latin typeface="Noto Sans CJK SC"/>
              </a:rPr>
              <a:t>Prompt</a:t>
            </a:r>
            <a:r>
              <a:rPr b="0" lang="zh-CN" sz="2400" spc="-1" strike="noStrike">
                <a:latin typeface="Noto Sans CJK SC"/>
              </a:rPr>
              <a:t>，并为每个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写出使用场景和评价标准。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坏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分析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结构化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设计说明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2026-05-27T20:03:32Z</dcterms:created>
  <dc:creator/>
  <dc:description/>
  <dc:language>en-US</dc:language>
  <cp:lastModifiedBy/>
  <dcterms:modified xsi:type="dcterms:W3CDTF">2026-05-27T20:03:32Z</dcterms:modified>
  <cp:revision>1</cp:revision>
  <dc:subject/>
  <dc:title/>
</cp:coreProperties>
</file>