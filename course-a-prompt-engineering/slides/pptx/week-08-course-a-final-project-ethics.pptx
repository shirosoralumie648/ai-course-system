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048B9D-89E5-4B76-B067-0E98ACF09D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964F4-D602-4902-9F44-D17997CA93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8A1264-A4B3-41AE-BAB3-07300C5EAF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E7FE8-3643-4104-99D2-900CE33B8C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804AA4-A5AD-40EE-A9D9-7C7BA8011E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573F4-10ED-4A1F-8419-F4A6213816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D7CE4-7165-482B-AFEF-D21D169533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B5F1D-C56A-49CA-B043-664F5460EC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53F0A5-B401-40B2-8F90-3AD430FA9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7DB32E-4C27-4BCE-BBC5-7DF61563F3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A9F86-AE33-4CD1-8F79-8E58F8E3E3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E32CA-EA9B-4F6E-A992-817008B32D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B320EC5-DC57-45C5-AC7D-40B29998DEA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40000"/>
            <a:ext cx="8280000" cy="75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600" spc="-1" strike="noStrike">
                <a:latin typeface="Noto Sans CJK SC"/>
              </a:rPr>
              <a:t>第 </a:t>
            </a:r>
            <a:r>
              <a:rPr b="1" lang="en-US" sz="3600" spc="-1" strike="noStrike">
                <a:latin typeface="Noto Sans CJK SC"/>
              </a:rPr>
              <a:t>8 </a:t>
            </a:r>
            <a:r>
              <a:rPr b="1" lang="zh-CN" sz="3600" spc="-1" strike="noStrike">
                <a:latin typeface="Noto Sans CJK SC"/>
              </a:rPr>
              <a:t>周：专业场景项目、风险、伦理、版权与学术诚信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044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500" spc="-1" strike="noStrike">
                <a:latin typeface="Noto Sans CJK SC"/>
              </a:rPr>
              <a:t>期末项目展示与课程复盘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47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latin typeface="Noto Sans CJK SC"/>
              </a:rPr>
              <a:t>课程 </a:t>
            </a:r>
            <a:r>
              <a:rPr b="0" lang="en-US" sz="1800" spc="-1" strike="noStrike">
                <a:latin typeface="Noto Sans CJK SC"/>
              </a:rPr>
              <a:t>A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思维与 </a:t>
            </a:r>
            <a:r>
              <a:rPr b="0" lang="en-US" sz="1800" spc="-1" strike="noStrike">
                <a:latin typeface="Noto Sans CJK SC"/>
              </a:rPr>
              <a:t>Prompt Engineering </a:t>
            </a:r>
            <a:r>
              <a:rPr b="0" lang="zh-CN" sz="1800" spc="-1" strike="noStrike">
                <a:latin typeface="Noto Sans CJK SC"/>
              </a:rPr>
              <a:t>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完成专业场景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工作流展示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说明风险、伦理、版权和学术诚信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进行同伴互评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完成课程复盘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核心问题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如何展示一个可信、合规、可复盘的专业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工作流？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关键概念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专业场景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隐私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版权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偏见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学术诚信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这节课不是做什么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不是背 </a:t>
            </a:r>
            <a:r>
              <a:rPr b="0" lang="en-US" sz="2400" spc="-1" strike="noStrike">
                <a:latin typeface="Noto Sans CJK SC"/>
              </a:rPr>
              <a:t>Prompt </a:t>
            </a:r>
            <a:r>
              <a:rPr b="0" lang="zh-CN" sz="2400" spc="-1" strike="noStrike">
                <a:latin typeface="Noto Sans CJK SC"/>
              </a:rPr>
              <a:t>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不是复制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不是工具功能演示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不是替代人工判断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教师演示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展示模糊输入的问题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展示结构化输入的改善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指出事实、来源、风格和风险问题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期末项目展示和互评，重点检查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参与环节、人工修订和风险控制。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过程证据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常见风险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学生只展示 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生成结果，不说明人工判断、来源核查和风险控制。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同伴互评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任务目标是否清楚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背景是否足够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输出是否可核查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人工修订是否具体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课后作业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提交最终项目、</a:t>
            </a:r>
            <a:r>
              <a:rPr b="0" lang="en-US" sz="2400" spc="-1" strike="noStrike">
                <a:latin typeface="Noto Sans CJK SC"/>
              </a:rPr>
              <a:t>AI </a:t>
            </a:r>
            <a:r>
              <a:rPr b="0" lang="zh-CN" sz="2400" spc="-1" strike="noStrike">
                <a:latin typeface="Noto Sans CJK SC"/>
              </a:rPr>
              <a:t>使用记录、风险说明和课程复盘。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期末项目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展示材料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互评表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课程复盘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11/11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2026-05-27T20:03:33Z</dcterms:created>
  <dc:creator/>
  <dc:description/>
  <dc:language>en-US</dc:language>
  <cp:lastModifiedBy/>
  <dcterms:modified xsi:type="dcterms:W3CDTF">2026-05-27T20:03:33Z</dcterms:modified>
  <cp:revision>1</cp:revision>
  <dc:subject/>
  <dc:title/>
</cp:coreProperties>
</file>