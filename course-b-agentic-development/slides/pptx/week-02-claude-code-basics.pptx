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C717E4-3024-4971-9E29-80B9184E89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F1A847-9721-4229-A6F5-DF05F40C55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BC8B7D-1515-4078-9E1E-DA987E0743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57A1C3-5A58-472E-BC75-D12A7020B5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6EBC33-4685-4A2A-BE20-F8C24CAA45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CDF105-DC02-4A73-A21D-820CD4382E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BFEEBA-EBEC-49E3-87F1-1FFBABB09C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62377E-C7F8-4314-87FB-B93D6892AE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BEFF48-E22E-497D-8A24-082B581D40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A24EDA-FC1A-4AFF-83F9-70802C1E95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FAADD-1989-49B3-9B25-4AA2CCA6F4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F4CE1F-5037-4676-8FCD-D89F79AB8D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DED9BAD-FFD4-45EA-9EEB-90822D61ED7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2 </a:t>
            </a:r>
            <a:r>
              <a:rPr b="1" lang="zh-CN" sz="3800" spc="-1" strike="noStrike">
                <a:latin typeface="Noto Sans CJK SC"/>
              </a:rPr>
              <a:t>周：</a:t>
            </a:r>
            <a:r>
              <a:rPr b="1" lang="en-US" sz="3800" spc="-1" strike="noStrike">
                <a:latin typeface="Noto Sans CJK SC"/>
              </a:rPr>
              <a:t>Claude Code </a:t>
            </a:r>
            <a:r>
              <a:rPr b="1" lang="zh-CN" sz="3800" spc="-1" strike="noStrike">
                <a:latin typeface="Noto Sans CJK SC"/>
              </a:rPr>
              <a:t>基础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latin typeface="Noto Sans CJK SC"/>
              </a:rPr>
              <a:t>Lab 01</a:t>
            </a:r>
            <a:r>
              <a:rPr b="0" lang="zh-CN" sz="2600" spc="-1" strike="noStrike">
                <a:latin typeface="Noto Sans CJK SC"/>
              </a:rPr>
              <a:t>：可审计 </a:t>
            </a:r>
            <a:r>
              <a:rPr b="0" lang="en-US" sz="2600" spc="-1" strike="noStrike">
                <a:latin typeface="Noto Sans CJK SC"/>
              </a:rPr>
              <a:t>Bugfix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85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 </a:t>
            </a:r>
            <a:r>
              <a:rPr b="0" lang="en-US" sz="2400" spc="-1" strike="noStrike">
                <a:latin typeface="Noto Sans CJK SC"/>
              </a:rPr>
              <a:t>Claude Code </a:t>
            </a:r>
            <a:r>
              <a:rPr b="0" lang="zh-CN" sz="2400" spc="-1" strike="noStrike">
                <a:latin typeface="Noto Sans CJK SC"/>
              </a:rPr>
              <a:t>的代码库任务方式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给出受控 </a:t>
            </a:r>
            <a:r>
              <a:rPr b="0" lang="en-US" sz="2400" spc="-1" strike="noStrike">
                <a:latin typeface="Noto Sans CJK SC"/>
              </a:rPr>
              <a:t>bugfix </a:t>
            </a:r>
            <a:r>
              <a:rPr b="0" lang="zh-CN" sz="2400" spc="-1" strike="noStrike">
                <a:latin typeface="Noto Sans CJK SC"/>
              </a:rPr>
              <a:t>任务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审查计划、</a:t>
            </a:r>
            <a:r>
              <a:rPr b="0" lang="en-US" sz="2400" spc="-1" strike="noStrike">
                <a:latin typeface="Noto Sans CJK SC"/>
              </a:rPr>
              <a:t>diff </a:t>
            </a:r>
            <a:r>
              <a:rPr b="0" lang="zh-CN" sz="2400" spc="-1" strike="noStrike">
                <a:latin typeface="Noto Sans CJK SC"/>
              </a:rPr>
              <a:t>和测试结果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完成 </a:t>
            </a:r>
            <a:r>
              <a:rPr b="0" lang="en-US" sz="2400" spc="-1" strike="noStrike">
                <a:latin typeface="Noto Sans CJK SC"/>
              </a:rPr>
              <a:t>Lab 01 </a:t>
            </a:r>
            <a:r>
              <a:rPr b="0" lang="zh-CN" sz="2400" spc="-1" strike="noStrike">
                <a:latin typeface="Noto Sans CJK SC"/>
              </a:rPr>
              <a:t>流程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从 </a:t>
            </a:r>
            <a:r>
              <a:rPr b="1" lang="en-US" sz="3000" spc="-1" strike="noStrike">
                <a:latin typeface="Noto Sans CJK SC"/>
              </a:rPr>
              <a:t>Task Packet </a:t>
            </a:r>
            <a:r>
              <a:rPr b="1" lang="zh-CN" sz="3000" spc="-1" strike="noStrike">
                <a:latin typeface="Noto Sans CJK SC"/>
              </a:rPr>
              <a:t>开始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21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目标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上下文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允许和禁止范围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验收标准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Claude Code </a:t>
            </a:r>
            <a:r>
              <a:rPr b="1" lang="zh-CN" sz="3000" spc="-1" strike="noStrike">
                <a:latin typeface="Noto Sans CJK SC"/>
              </a:rPr>
              <a:t>是什么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面向代码库任务的 </a:t>
            </a:r>
            <a:r>
              <a:rPr b="0" lang="en-US" sz="2400" spc="-1" strike="noStrike">
                <a:latin typeface="Noto Sans CJK SC"/>
              </a:rPr>
              <a:t>Coding Agent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能读项目、改文件、跑命令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必须受规则和验证约束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Lab 01 </a:t>
            </a:r>
            <a:r>
              <a:rPr b="1" lang="zh-CN" sz="3000" spc="-1" strike="noStrike">
                <a:latin typeface="Noto Sans CJK SC"/>
              </a:rPr>
              <a:t>工作流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295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运行基线测试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输入 </a:t>
            </a:r>
            <a:r>
              <a:rPr b="0" lang="en-US" sz="2400" spc="-1" strike="noStrike">
                <a:latin typeface="Noto Sans CJK SC"/>
              </a:rPr>
              <a:t>Task Packet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要求先计划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人工确认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小步修改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看 </a:t>
            </a:r>
            <a:r>
              <a:rPr b="0" lang="en-US" sz="2400" spc="-1" strike="noStrike">
                <a:latin typeface="Noto Sans CJK SC"/>
              </a:rPr>
              <a:t>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跑测试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示例项目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4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repo-01-small-bugfix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src/grade_utils.py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tests/test_grade_utils.py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固定测试命令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初始测试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先运行失败测试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保存失败日志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记录失败测试名和错误类型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任务描述重点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当前失败现象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只允许修改 </a:t>
            </a:r>
            <a:r>
              <a:rPr b="0" lang="en-US" sz="2400" spc="-1" strike="noStrike">
                <a:latin typeface="Noto Sans CJK SC"/>
              </a:rPr>
              <a:t>src/grade_utils.py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禁止修改 </a:t>
            </a:r>
            <a:r>
              <a:rPr b="0" lang="en-US" sz="2400" spc="-1" strike="noStrike">
                <a:latin typeface="Noto Sans CJK SC"/>
              </a:rPr>
              <a:t>tests/ </a:t>
            </a:r>
            <a:r>
              <a:rPr b="0" lang="zh-CN" sz="2400" spc="-1" strike="noStrike">
                <a:latin typeface="Noto Sans CJK SC"/>
              </a:rPr>
              <a:t>和教师材料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先输出计划再修改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计划审查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是否理解失败原因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是否只改允许文件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是否说明测试命令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是否存在无关重构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diff </a:t>
            </a:r>
            <a:r>
              <a:rPr b="1" lang="zh-CN" sz="3000" spc="-1" strike="noStrike">
                <a:latin typeface="Noto Sans CJK SC"/>
              </a:rPr>
              <a:t>审查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看实际修改文件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检查是否修改测试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确认修改对应失败现象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避免无关重构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测试证据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初始失败日志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修复后测试日志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失败时的下一轮分析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不能伪造测试通过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接受或拒绝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diff </a:t>
            </a:r>
            <a:r>
              <a:rPr b="0" lang="zh-CN" sz="2400" spc="-1" strike="noStrike">
                <a:latin typeface="Noto Sans CJK SC"/>
              </a:rPr>
              <a:t>是否在范围内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测试是否真实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学生能否解释修改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是否仍有风险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工具不可用替代流程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记录不可用原因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手动修复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保存 </a:t>
            </a:r>
            <a:r>
              <a:rPr b="0" lang="en-US" sz="2400" spc="-1" strike="noStrike">
                <a:latin typeface="Noto Sans CJK SC"/>
              </a:rPr>
              <a:t>diff </a:t>
            </a:r>
            <a:r>
              <a:rPr b="0" lang="zh-CN" sz="2400" spc="-1" strike="noStrike">
                <a:latin typeface="Noto Sans CJK SC"/>
              </a:rPr>
              <a:t>和测试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补写如果工具可用会如何下任务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12/14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Lab 01 </a:t>
            </a:r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实验记录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Claude Code </a:t>
            </a:r>
            <a:r>
              <a:rPr b="0" lang="zh-CN" sz="2400" spc="-1" strike="noStrike">
                <a:latin typeface="Noto Sans CJK SC"/>
              </a:rPr>
              <a:t>计划和输出摘要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Git 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测试日志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13/14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常见扣分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不运行测试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不看 </a:t>
            </a:r>
            <a:r>
              <a:rPr b="0" lang="en-US" sz="2400" spc="-1" strike="noStrike">
                <a:latin typeface="Noto Sans CJK SC"/>
              </a:rPr>
              <a:t>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修改测试骗过结果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只复制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伪造工具记录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14/14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2026-05-27T18:34:20Z</dcterms:created>
  <dc:creator/>
  <dc:description/>
  <dc:language>en-US</dc:language>
  <cp:lastModifiedBy/>
  <dcterms:modified xsi:type="dcterms:W3CDTF">2026-05-27T18:34:20Z</dcterms:modified>
  <cp:revision>1</cp:revision>
  <dc:subject/>
  <dc:title/>
</cp:coreProperties>
</file>