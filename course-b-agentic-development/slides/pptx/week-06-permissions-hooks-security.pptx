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792D9D-A79D-4049-9760-7492E2ECF1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5EF44-062B-41A4-AE08-A27B9089AA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94B497-0C70-4F8D-9DB3-74A07DAB0B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0D33F1-E5E7-4DA4-8871-39DADB7BEC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345D15-5E75-4A83-B0B7-6612B07A39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88B361-E176-4284-819B-5795564471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9F227-52EF-46EF-86A0-57C9559537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78C4F0-6ECE-4A1B-8CA4-426FB28336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A2B005-0169-45FB-9647-F07D2ACA09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A3219D-B5CF-48F6-9DA7-CB8C4CCE61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2D3E69-6F6D-4E06-87AC-0506903ABA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6383FD-B589-42F8-906A-60A916DD4A7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3307585-EB43-4D57-BE6F-18FE1C736BF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6 </a:t>
            </a:r>
            <a:r>
              <a:rPr b="1" lang="zh-CN" sz="3800" spc="-1" strike="noStrike">
                <a:latin typeface="Noto Sans CJK SC"/>
              </a:rPr>
              <a:t>周：权限、</a:t>
            </a:r>
            <a:r>
              <a:rPr b="1" lang="en-US" sz="3800" spc="-1" strike="noStrike">
                <a:latin typeface="Noto Sans CJK SC"/>
              </a:rPr>
              <a:t>Hooks </a:t>
            </a:r>
            <a:r>
              <a:rPr b="1" lang="zh-CN" sz="3800" spc="-1" strike="noStrike">
                <a:latin typeface="Noto Sans CJK SC"/>
              </a:rPr>
              <a:t>与安全边界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把危险操作从默认执行改为人工审批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理解文件、命令、网络、依赖边界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设计危险操作审批清单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理解 </a:t>
            </a:r>
            <a:r>
              <a:rPr b="0" lang="en-US" sz="2400" spc="-1" strike="noStrike">
                <a:latin typeface="Noto Sans CJK SC"/>
              </a:rPr>
              <a:t>Hook </a:t>
            </a:r>
            <a:r>
              <a:rPr b="0" lang="zh-CN" sz="2400" spc="-1" strike="noStrike">
                <a:latin typeface="Noto Sans CJK SC"/>
              </a:rPr>
              <a:t>的教学定位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形成失败处理流程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规则与权限的区别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规则是文字协议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权限是执行边界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Hook </a:t>
            </a:r>
            <a:r>
              <a:rPr b="0" lang="zh-CN" sz="2400" spc="-1" strike="noStrike">
                <a:latin typeface="Noto Sans CJK SC"/>
              </a:rPr>
              <a:t>是流程检查点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 </a:t>
            </a:r>
            <a:r>
              <a:rPr b="0" lang="zh-CN" sz="2400" spc="-1" strike="noStrike">
                <a:latin typeface="Noto Sans CJK SC"/>
              </a:rPr>
              <a:t>是责任边界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文件访问边界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允许读写任务相关文件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禁止输出密钥和隐私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限制 </a:t>
            </a:r>
            <a:r>
              <a:rPr b="0" lang="en-US" sz="2400" spc="-1" strike="noStrike">
                <a:latin typeface="Noto Sans CJK SC"/>
              </a:rPr>
              <a:t>.env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*.key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credentials.*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命令执行边界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允许测试和只读检查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谨慎格式化和构建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禁止删除、重置、上传、不明脚本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网络和依赖边界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默认不访问外部网络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查询官方文档需确认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新增依赖需说明影响和替代方案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危险操作清单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218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删除文件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修改依赖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访问网络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处理密钥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修改登录</a:t>
            </a:r>
            <a:r>
              <a:rPr b="0" lang="en-US" sz="2400" spc="-1" strike="noStrike">
                <a:latin typeface="Noto Sans CJK SC"/>
              </a:rPr>
              <a:t>/</a:t>
            </a:r>
            <a:r>
              <a:rPr b="0" lang="zh-CN" sz="2400" spc="-1" strike="noStrike">
                <a:latin typeface="Noto Sans CJK SC"/>
              </a:rPr>
              <a:t>支付</a:t>
            </a:r>
            <a:r>
              <a:rPr b="0" lang="en-US" sz="2400" spc="-1" strike="noStrike">
                <a:latin typeface="Noto Sans CJK SC"/>
              </a:rPr>
              <a:t>/</a:t>
            </a:r>
            <a:r>
              <a:rPr b="0" lang="zh-CN" sz="2400" spc="-1" strike="noStrike">
                <a:latin typeface="Noto Sans CJK SC"/>
              </a:rPr>
              <a:t>权限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发布版本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Hook </a:t>
            </a:r>
            <a:r>
              <a:rPr b="1" lang="zh-CN" sz="3000" spc="-1" strike="noStrike">
                <a:latin typeface="Noto Sans CJK SC"/>
              </a:rPr>
              <a:t>示例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执行命令前检查白名单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修改文件前检查路径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输出结果前检查测试证据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危险操作前请求确认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失败处理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8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停止继续执行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保存日志和 </a:t>
            </a:r>
            <a:r>
              <a:rPr b="0" lang="en-US" sz="2400" spc="-1" strike="noStrike">
                <a:latin typeface="Noto Sans CJK SC"/>
              </a:rPr>
              <a:t>diff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判断影响范围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回到可解释状态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重新给任务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设计危险操作审批清单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写明风险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写明谁审批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写明证据和失败处理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连接后续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Skill </a:t>
            </a:r>
            <a:r>
              <a:rPr b="0" lang="zh-CN" sz="2400" spc="-1" strike="noStrike">
                <a:latin typeface="Noto Sans CJK SC"/>
              </a:rPr>
              <a:t>需要禁止行为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需要工具权限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Agent Team </a:t>
            </a:r>
            <a:r>
              <a:rPr b="0" lang="zh-CN" sz="2400" spc="-1" strike="noStrike">
                <a:latin typeface="Noto Sans CJK SC"/>
              </a:rPr>
              <a:t>需要角色边界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2026-05-27T18:34:21Z</dcterms:created>
  <dc:creator/>
  <dc:description/>
  <dc:language>en-US</dc:language>
  <cp:lastModifiedBy/>
  <dcterms:modified xsi:type="dcterms:W3CDTF">2026-05-27T18:34:21Z</dcterms:modified>
  <cp:revision>1</cp:revision>
  <dc:subject/>
  <dc:title/>
</cp:coreProperties>
</file>