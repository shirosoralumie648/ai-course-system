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9BF6B2-B37C-4F64-B562-1C2F1B114F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E41B66-D6D3-49A2-A444-43EE2FBB74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48BF3-9A54-44C5-8FF4-0EF799F760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CF9192-454F-42AC-9919-0AA0C2CA990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4E10E9-E721-48E3-811E-E876851741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107B2B-682D-4B1E-8B88-524C407D57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42ED97-5F62-4017-8C57-53CF46F850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F02FB7-8855-4A91-A0DD-187F820064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F3B1EA-302E-4F63-83A5-FAD6B7C468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0A173F-5D95-4476-807D-A9F870C03A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8E6D66-CE1F-492D-88F7-32F08D63D7B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FB5F4C-7677-4F5C-AEEE-CD5158A0FA2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3E24222-D7E4-4B2B-97FA-6F4CDD79BC0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9 </a:t>
            </a:r>
            <a:r>
              <a:rPr b="1" lang="zh-CN" sz="3800" spc="-1" strike="noStrike">
                <a:latin typeface="Noto Sans CJK SC"/>
              </a:rPr>
              <a:t>周：自定义 </a:t>
            </a:r>
            <a:r>
              <a:rPr b="1" lang="en-US" sz="3800" spc="-1" strike="noStrike">
                <a:latin typeface="Noto Sans CJK SC"/>
              </a:rPr>
              <a:t>MCP Server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课程专用工具与资源接口设计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 </a:t>
            </a:r>
            <a:r>
              <a:rPr b="0" lang="en-US" sz="2400" spc="-1" strike="noStrike">
                <a:latin typeface="Noto Sans CJK SC"/>
              </a:rPr>
              <a:t>tools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resources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prompts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说明输入输出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说明失败情况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说明权限和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设计原则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4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小而清楚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只服务课程任务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默认最小权限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输出可审计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失败可解释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目标 </a:t>
            </a:r>
            <a:r>
              <a:rPr b="1" lang="en-US" sz="3000" spc="-1" strike="noStrike">
                <a:latin typeface="Noto Sans CJK SC"/>
              </a:rPr>
              <a:t>1</a:t>
            </a:r>
            <a:r>
              <a:rPr b="1" lang="zh-CN" sz="3000" spc="-1" strike="noStrike">
                <a:latin typeface="Noto Sans CJK SC"/>
              </a:rPr>
              <a:t>：课程资料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搜索文档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获取实验要求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返回来源路径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避免过期或无来源信息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目标 </a:t>
            </a:r>
            <a:r>
              <a:rPr b="1" lang="en-US" sz="3000" spc="-1" strike="noStrike">
                <a:latin typeface="Noto Sans CJK SC"/>
              </a:rPr>
              <a:t>2</a:t>
            </a:r>
            <a:r>
              <a:rPr b="1" lang="zh-CN" sz="3000" spc="-1" strike="noStrike">
                <a:latin typeface="Noto Sans CJK SC"/>
              </a:rPr>
              <a:t>：受限检查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检查项目结构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运行预设测试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禁止任意 </a:t>
            </a:r>
            <a:r>
              <a:rPr b="0" lang="en-US" sz="2400" spc="-1" strike="noStrike">
                <a:latin typeface="Noto Sans CJK SC"/>
              </a:rPr>
              <a:t>shell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返回退出码和日志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目标 </a:t>
            </a:r>
            <a:r>
              <a:rPr b="1" lang="en-US" sz="3000" spc="-1" strike="noStrike">
                <a:latin typeface="Noto Sans CJK SC"/>
              </a:rPr>
              <a:t>3</a:t>
            </a:r>
            <a:r>
              <a:rPr b="1" lang="zh-CN" sz="3000" spc="-1" strike="noStrike">
                <a:latin typeface="Noto Sans CJK SC"/>
              </a:rPr>
              <a:t>：反馈草稿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根据 </a:t>
            </a:r>
            <a:r>
              <a:rPr b="0" lang="en-US" sz="2400" spc="-1" strike="noStrike">
                <a:latin typeface="Noto Sans CJK SC"/>
              </a:rPr>
              <a:t>diff </a:t>
            </a:r>
            <a:r>
              <a:rPr b="0" lang="zh-CN" sz="2400" spc="-1" strike="noStrike">
                <a:latin typeface="Noto Sans CJK SC"/>
              </a:rPr>
              <a:t>和 </a:t>
            </a:r>
            <a:r>
              <a:rPr b="0" lang="en-US" sz="2400" spc="-1" strike="noStrike">
                <a:latin typeface="Noto Sans CJK SC"/>
              </a:rPr>
              <a:t>Rubric </a:t>
            </a:r>
            <a:r>
              <a:rPr b="0" lang="zh-CN" sz="2400" spc="-1" strike="noStrike">
                <a:latin typeface="Noto Sans CJK SC"/>
              </a:rPr>
              <a:t>生成 </a:t>
            </a:r>
            <a:r>
              <a:rPr b="0" lang="en-US" sz="2400" spc="-1" strike="noStrike">
                <a:latin typeface="Noto Sans CJK SC"/>
              </a:rPr>
              <a:t>Review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区分证据和推测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不得自动评分或合并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核心工具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230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search_course_docs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get_assignment_requirement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check_project_structure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run_course_tests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generate_review_report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输入规范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避免 </a:t>
            </a:r>
            <a:r>
              <a:rPr b="0" lang="en-US" sz="2400" spc="-1" strike="noStrike">
                <a:latin typeface="Noto Sans CJK SC"/>
              </a:rPr>
              <a:t>command </a:t>
            </a:r>
            <a:r>
              <a:rPr b="0" lang="zh-CN" sz="2400" spc="-1" strike="noStrike">
                <a:latin typeface="Noto Sans CJK SC"/>
              </a:rPr>
              <a:t>字符串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使用 </a:t>
            </a:r>
            <a:r>
              <a:rPr b="0" lang="en-US" sz="2400" spc="-1" strike="noStrike">
                <a:latin typeface="Noto Sans CJK SC"/>
              </a:rPr>
              <a:t>project_id </a:t>
            </a:r>
            <a:r>
              <a:rPr b="0" lang="zh-CN" sz="2400" spc="-1" strike="noStrike">
                <a:latin typeface="Noto Sans CJK SC"/>
              </a:rPr>
              <a:t>和 </a:t>
            </a:r>
            <a:r>
              <a:rPr b="0" lang="en-US" sz="2400" spc="-1" strike="noStrike">
                <a:latin typeface="Noto Sans CJK SC"/>
              </a:rPr>
              <a:t>test_profile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路径白名单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参数可验证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输出规范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20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实际命令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退出码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摘要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日志路径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未验证项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风险提示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信任边界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课程材料可能过期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学生提交不可信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外部文档不可信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工具输出需核对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2297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设计一个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工具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写使用场景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输入输出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失败情况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安全风险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2026-05-27T18:34:21Z</dcterms:created>
  <dc:creator/>
  <dc:description/>
  <dc:language>en-US</dc:language>
  <cp:lastModifiedBy/>
  <dcterms:modified xsi:type="dcterms:W3CDTF">2026-05-27T18:34:21Z</dcterms:modified>
  <cp:revision>1</cp:revision>
  <dc:subject/>
  <dc:title/>
</cp:coreProperties>
</file>