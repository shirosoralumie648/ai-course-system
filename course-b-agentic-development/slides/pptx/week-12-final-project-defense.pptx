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95D361-7D91-4C71-B763-4FF167A66F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CBDC54-2F01-4FD1-9E6C-F3A391C6B7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E5C732-25EA-4C30-9233-9F3BFD9641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E456CF-28D0-4728-BCBF-FFB64705327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FBF6C5-0EF0-4324-B7AE-EE880E5B5B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9AA1F3-635B-439E-B51F-186BFB663D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AF5198-BD3F-4BDF-BB6F-F23FDCD2EC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3DBA60-2061-4C00-BF75-E13ECED3A6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16CBC9-E649-469F-ADC1-C5EBED9121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A2A6CA-F2D0-48A4-9E6E-1257A477A1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7ABD3B-4BD0-4D51-A706-CD40E00835B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6ECA2D-EFAA-4CDB-B67C-9D80430C39C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CFF741D-E973-4B2E-A212-E8E78008E9EA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76000"/>
            <a:ext cx="8280000" cy="78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800" spc="-1" strike="noStrike">
                <a:latin typeface="Noto Sans CJK SC"/>
              </a:rPr>
              <a:t>第 </a:t>
            </a:r>
            <a:r>
              <a:rPr b="1" lang="en-US" sz="3800" spc="-1" strike="noStrike">
                <a:latin typeface="Noto Sans CJK SC"/>
              </a:rPr>
              <a:t>12 </a:t>
            </a:r>
            <a:r>
              <a:rPr b="1" lang="zh-CN" sz="3800" spc="-1" strike="noStrike">
                <a:latin typeface="Noto Sans CJK SC"/>
              </a:rPr>
              <a:t>周：期末项目答辩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116000"/>
            <a:ext cx="7920000" cy="56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600" spc="-1" strike="noStrike">
                <a:latin typeface="Noto Sans CJK SC"/>
              </a:rPr>
              <a:t>展示一个 </a:t>
            </a:r>
            <a:r>
              <a:rPr b="0" lang="en-US" sz="2600" spc="-1" strike="noStrike">
                <a:latin typeface="Noto Sans CJK SC"/>
              </a:rPr>
              <a:t>AI </a:t>
            </a:r>
            <a:r>
              <a:rPr b="0" lang="zh-CN" sz="2600" spc="-1" strike="noStrike">
                <a:latin typeface="Noto Sans CJK SC"/>
              </a:rPr>
              <a:t>原生软件工程工作流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548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Noto Sans CJK SC"/>
              </a:rPr>
              <a:t>Agentic Development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原生软件工程实践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答辩目标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74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 </a:t>
            </a:r>
            <a:r>
              <a:rPr b="0" lang="en-US" sz="2400" spc="-1" strike="noStrike">
                <a:latin typeface="Noto Sans CJK SC"/>
              </a:rPr>
              <a:t>Agentic Workflow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解释规则、</a:t>
            </a:r>
            <a:r>
              <a:rPr b="0" lang="en-US" sz="2400" spc="-1" strike="noStrike">
                <a:latin typeface="Noto Sans CJK SC"/>
              </a:rPr>
              <a:t>Skill</a:t>
            </a:r>
            <a:r>
              <a:rPr b="0" lang="zh-CN" sz="2400" spc="-1" strike="noStrike">
                <a:latin typeface="Noto Sans CJK SC"/>
              </a:rPr>
              <a:t>、</a:t>
            </a:r>
            <a:r>
              <a:rPr b="0" lang="en-US" sz="2400" spc="-1" strike="noStrike">
                <a:latin typeface="Noto Sans CJK SC"/>
              </a:rPr>
              <a:t>MCP</a:t>
            </a:r>
            <a:r>
              <a:rPr b="0" lang="zh-CN" sz="2400" spc="-1" strike="noStrike">
                <a:latin typeface="Noto Sans CJK SC"/>
              </a:rPr>
              <a:t>、</a:t>
            </a:r>
            <a:r>
              <a:rPr b="0" lang="en-US" sz="2400" spc="-1" strike="noStrike">
                <a:latin typeface="Noto Sans CJK SC"/>
              </a:rPr>
              <a:t>Agent Team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提供测试和 </a:t>
            </a:r>
            <a:r>
              <a:rPr b="0" lang="en-US" sz="2400" spc="-1" strike="noStrike">
                <a:latin typeface="Noto Sans CJK SC"/>
              </a:rPr>
              <a:t>Review </a:t>
            </a:r>
            <a:r>
              <a:rPr b="0" lang="zh-CN" sz="2400" spc="-1" strike="noStrike">
                <a:latin typeface="Noto Sans CJK SC"/>
              </a:rPr>
              <a:t>证据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完成技术复盘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不是普通 </a:t>
            </a:r>
            <a:r>
              <a:rPr b="1" lang="en-US" sz="3000" spc="-1" strike="noStrike">
                <a:latin typeface="Noto Sans CJK SC"/>
              </a:rPr>
              <a:t>Demo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不只展示最终功能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不只展示工具使用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必须展示工程流程和证据链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必须展示的材料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329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项目仓库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规则文件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Skill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MCP </a:t>
            </a:r>
            <a:r>
              <a:rPr b="0" lang="zh-CN" sz="2400" spc="-1" strike="noStrike">
                <a:latin typeface="Noto Sans CJK SC"/>
              </a:rPr>
              <a:t>配置或设计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Agent Team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测试日志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Review </a:t>
            </a:r>
            <a:r>
              <a:rPr b="0" lang="zh-CN" sz="2400" spc="-1" strike="noStrike">
                <a:latin typeface="Noto Sans CJK SC"/>
              </a:rPr>
              <a:t>报告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评分维度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307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工作流完整性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规则可执行性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Skill </a:t>
            </a:r>
            <a:r>
              <a:rPr b="0" lang="zh-CN" sz="2400" spc="-1" strike="noStrike">
                <a:latin typeface="Noto Sans CJK SC"/>
              </a:rPr>
              <a:t>质量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MCP </a:t>
            </a:r>
            <a:r>
              <a:rPr b="0" lang="zh-CN" sz="2400" spc="-1" strike="noStrike">
                <a:latin typeface="Noto Sans CJK SC"/>
              </a:rPr>
              <a:t>设计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Agent Team </a:t>
            </a:r>
            <a:r>
              <a:rPr b="0" lang="zh-CN" sz="2400" spc="-1" strike="noStrike">
                <a:latin typeface="Noto Sans CJK SC"/>
              </a:rPr>
              <a:t>分工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验证证据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安全边界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复盘质量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展示顺序建议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4066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项目目标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Workflow </a:t>
            </a:r>
            <a:r>
              <a:rPr b="0" lang="zh-CN" sz="2400" spc="-1" strike="noStrike">
                <a:latin typeface="Noto Sans CJK SC"/>
              </a:rPr>
              <a:t>图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规则文件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Task Packet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Agent </a:t>
            </a:r>
            <a:r>
              <a:rPr b="0" lang="zh-CN" sz="2400" spc="-1" strike="noStrike">
                <a:latin typeface="Noto Sans CJK SC"/>
              </a:rPr>
              <a:t>计划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diff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Review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答辩提问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20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Agent </a:t>
            </a:r>
            <a:r>
              <a:rPr b="0" lang="zh-CN" sz="2400" spc="-1" strike="noStrike">
                <a:latin typeface="Noto Sans CJK SC"/>
              </a:rPr>
              <a:t>为什么这样分工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哪个规则最关键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Skill </a:t>
            </a:r>
            <a:r>
              <a:rPr b="0" lang="zh-CN" sz="2400" spc="-1" strike="noStrike">
                <a:latin typeface="Noto Sans CJK SC"/>
              </a:rPr>
              <a:t>与 </a:t>
            </a:r>
            <a:r>
              <a:rPr b="0" lang="en-US" sz="2400" spc="-1" strike="noStrike">
                <a:latin typeface="Noto Sans CJK SC"/>
              </a:rPr>
              <a:t>Prompt </a:t>
            </a:r>
            <a:r>
              <a:rPr b="0" lang="zh-CN" sz="2400" spc="-1" strike="noStrike">
                <a:latin typeface="Noto Sans CJK SC"/>
              </a:rPr>
              <a:t>有何区别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MCP </a:t>
            </a:r>
            <a:r>
              <a:rPr b="0" lang="zh-CN" sz="2400" spc="-1" strike="noStrike">
                <a:latin typeface="Noto Sans CJK SC"/>
              </a:rPr>
              <a:t>为什么受限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测试失败如何处理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常见问题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24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只有最终功能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规则空泛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Skill </a:t>
            </a:r>
            <a:r>
              <a:rPr b="0" lang="zh-CN" sz="2400" spc="-1" strike="noStrike">
                <a:latin typeface="Noto Sans CJK SC"/>
              </a:rPr>
              <a:t>只是 </a:t>
            </a:r>
            <a:r>
              <a:rPr b="0" lang="en-US" sz="2400" spc="-1" strike="noStrike">
                <a:latin typeface="Noto Sans CJK SC"/>
              </a:rPr>
              <a:t>Prompt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MCP </a:t>
            </a:r>
            <a:r>
              <a:rPr b="0" lang="zh-CN" sz="2400" spc="-1" strike="noStrike">
                <a:latin typeface="Noto Sans CJK SC"/>
              </a:rPr>
              <a:t>权限过宽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缺测试日志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Human Gate </a:t>
            </a:r>
            <a:r>
              <a:rPr b="0" lang="zh-CN" sz="2400" spc="-1" strike="noStrike">
                <a:latin typeface="Noto Sans CJK SC"/>
              </a:rPr>
              <a:t>形同虚设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课程回顾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20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从工具使用到工程流程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从 </a:t>
            </a:r>
            <a:r>
              <a:rPr b="0" lang="en-US" sz="2400" spc="-1" strike="noStrike">
                <a:latin typeface="Noto Sans CJK SC"/>
              </a:rPr>
              <a:t>Task Packet </a:t>
            </a:r>
            <a:r>
              <a:rPr b="0" lang="zh-CN" sz="2400" spc="-1" strike="noStrike">
                <a:latin typeface="Noto Sans CJK SC"/>
              </a:rPr>
              <a:t>到 </a:t>
            </a:r>
            <a:r>
              <a:rPr b="0" lang="en-US" sz="2400" spc="-1" strike="noStrike">
                <a:latin typeface="Noto Sans CJK SC"/>
              </a:rPr>
              <a:t>Rules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从 </a:t>
            </a:r>
            <a:r>
              <a:rPr b="0" lang="en-US" sz="2400" spc="-1" strike="noStrike">
                <a:latin typeface="Noto Sans CJK SC"/>
              </a:rPr>
              <a:t>Skill </a:t>
            </a:r>
            <a:r>
              <a:rPr b="0" lang="zh-CN" sz="2400" spc="-1" strike="noStrike">
                <a:latin typeface="Noto Sans CJK SC"/>
              </a:rPr>
              <a:t>到 </a:t>
            </a:r>
            <a:r>
              <a:rPr b="0" lang="en-US" sz="2400" spc="-1" strike="noStrike">
                <a:latin typeface="Noto Sans CJK SC"/>
              </a:rPr>
              <a:t>MCP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从单 </a:t>
            </a:r>
            <a:r>
              <a:rPr b="0" lang="en-US" sz="2400" spc="-1" strike="noStrike">
                <a:latin typeface="Noto Sans CJK SC"/>
              </a:rPr>
              <a:t>Agent </a:t>
            </a:r>
            <a:r>
              <a:rPr b="0" lang="zh-CN" sz="2400" spc="-1" strike="noStrike">
                <a:latin typeface="Noto Sans CJK SC"/>
              </a:rPr>
              <a:t>到 </a:t>
            </a:r>
            <a:r>
              <a:rPr b="0" lang="en-US" sz="2400" spc="-1" strike="noStrike">
                <a:latin typeface="Noto Sans CJK SC"/>
              </a:rPr>
              <a:t>Agent Team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从输出到质量门禁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最终提交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384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仓库或代码包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规则文件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Skill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MCP </a:t>
            </a:r>
            <a:r>
              <a:rPr b="0" lang="zh-CN" sz="2400" spc="-1" strike="noStrike">
                <a:latin typeface="Noto Sans CJK SC"/>
              </a:rPr>
              <a:t>设计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Agent Team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验证脚本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Review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演示材料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技术报告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结束语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Agent </a:t>
            </a:r>
            <a:r>
              <a:rPr b="0" lang="zh-CN" sz="2400" spc="-1" strike="noStrike">
                <a:latin typeface="Noto Sans CJK SC"/>
              </a:rPr>
              <a:t>可以加速工程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工程责任仍然在人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证据、边界、审查和复盘是核心能力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2026-05-27T18:34:22Z</dcterms:created>
  <dc:creator/>
  <dc:description/>
  <dc:language>en-US</dc:language>
  <cp:lastModifiedBy/>
  <dcterms:modified xsi:type="dcterms:W3CDTF">2026-05-27T18:34:22Z</dcterms:modified>
  <cp:revision>1</cp:revision>
  <dc:subject/>
  <dc:title/>
</cp:coreProperties>
</file>