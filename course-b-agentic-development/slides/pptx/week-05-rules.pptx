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9FC61-EAD4-4356-AA77-B6B5FAADD6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EFFFF8-4EE1-45CB-AEC3-9A397F68BB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E823B8-C902-4282-8073-C28E19ED89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99341-0A86-4CE8-8B0D-72C60E1775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C994E4-60A0-415B-BACE-68B78DBC21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9B2458-1047-4CBD-8A82-C0AD102278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EDB20-A407-456B-A9B4-BE1F25EBF2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DA231-A544-4B13-8C13-7678B89F86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2E50D-A0DF-47FF-BCC2-9F21550DF8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397081-88B3-4284-9F05-C392616C7B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E7FEC2-7306-4897-9EC8-A96CDD2900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4F9DC-C850-49E0-816C-295910AB05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4CEA942-7546-4AFE-978A-7366DDF4D5F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148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5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CLAUDE.md / AGENTS.md / Rules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用规则文件建立工程边界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理解项目规则文件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编写具体可执行规则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比较有规则和无规则时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 </a:t>
            </a:r>
            <a:r>
              <a:rPr b="0" lang="en-US" sz="2400" spc="-1" strike="noStrike">
                <a:latin typeface="Noto Sans CJK SC"/>
              </a:rPr>
              <a:t>Lab 03 </a:t>
            </a:r>
            <a:r>
              <a:rPr b="0" lang="zh-CN" sz="2400" spc="-1" strike="noStrike">
                <a:latin typeface="Noto Sans CJK SC"/>
              </a:rPr>
              <a:t>准备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从 </a:t>
            </a:r>
            <a:r>
              <a:rPr b="1" lang="en-US" sz="3000" spc="-1" strike="noStrike">
                <a:latin typeface="Noto Sans CJK SC"/>
              </a:rPr>
              <a:t>context-pack </a:t>
            </a:r>
            <a:r>
              <a:rPr b="1" lang="zh-CN" sz="3000" spc="-1" strike="noStrike">
                <a:latin typeface="Noto Sans CJK SC"/>
              </a:rPr>
              <a:t>到 </a:t>
            </a:r>
            <a:r>
              <a:rPr b="1" lang="en-US" sz="3000" spc="-1" strike="noStrike">
                <a:latin typeface="Noto Sans CJK SC"/>
              </a:rPr>
              <a:t>Rules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context-pack </a:t>
            </a:r>
            <a:r>
              <a:rPr b="0" lang="zh-CN" sz="2400" spc="-1" strike="noStrike">
                <a:latin typeface="Noto Sans CJK SC"/>
              </a:rPr>
              <a:t>面向单次任务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Rules </a:t>
            </a:r>
            <a:r>
              <a:rPr b="0" lang="zh-CN" sz="2400" spc="-1" strike="noStrike">
                <a:latin typeface="Noto Sans CJK SC"/>
              </a:rPr>
              <a:t>面向长期项目约束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规则减少重复说明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规则文件解决什么问题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1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项目背景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技术栈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目录结构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允许和禁止范围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不是空泛口号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不要只写高质量代码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要写实际命令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要写具体路径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要写可检查边界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CLAUDE.md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项目说明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开发流程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输出要求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AGENTS.md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通用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工作协议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权限边界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角色职责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checklist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失败处理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无规则 </a:t>
            </a:r>
            <a:r>
              <a:rPr b="1" lang="en-US" sz="3000" spc="-1" strike="noStrike">
                <a:latin typeface="Noto Sans CJK SC"/>
              </a:rPr>
              <a:t>vs </a:t>
            </a:r>
            <a:r>
              <a:rPr b="1" lang="zh-CN" sz="3000" spc="-1" strike="noStrike">
                <a:latin typeface="Noto Sans CJK SC"/>
              </a:rPr>
              <a:t>有规则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任务计划是否更具体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是否主动提到测试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是否识别禁止范围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是否触发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Human Gate </a:t>
            </a:r>
            <a:r>
              <a:rPr b="1" lang="zh-CN" sz="3000" spc="-1" strike="noStrike">
                <a:latin typeface="Noto Sans CJK SC"/>
              </a:rPr>
              <a:t>写法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删除文件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大规模重构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修改依赖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访问外部服务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处理密钥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测试失败仍想提交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03 </a:t>
            </a:r>
            <a:r>
              <a:rPr b="1" lang="zh-CN" sz="3000" spc="-1" strike="noStrike">
                <a:latin typeface="Noto Sans CJK SC"/>
              </a:rPr>
              <a:t>流程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无规则分析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编写规则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有规则分析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对比输出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修订规则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CLAUDE.md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AGENTS.md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对比记录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规则设计说明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常见错误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只有口号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没有禁止范围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没有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规则太长但不可执行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2026-05-27T18:34:20Z</dcterms:created>
  <dc:creator/>
  <dc:description/>
  <dc:language>en-US</dc:language>
  <cp:lastModifiedBy/>
  <dcterms:modified xsi:type="dcterms:W3CDTF">2026-05-27T18:34:20Z</dcterms:modified>
  <cp:revision>1</cp:revision>
  <dc:subject/>
  <dc:title/>
</cp:coreProperties>
</file>