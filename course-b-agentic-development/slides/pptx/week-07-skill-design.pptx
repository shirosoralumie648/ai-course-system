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56927D-4CFF-4166-A50E-9944C6A17B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5403BE-1A93-4C65-9C15-0379EC7FD5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170A15-9298-47C4-83BA-F1A3A67241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A78BE9-4665-4766-B9C1-6BA2E6B3D0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7E96C6-DC79-43A5-88D0-99DDB5D6CE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FB0469-BF3D-4206-8037-FB18B84425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BCE23-1758-4C15-8D8A-8ED512629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6467D-ADA6-4C9E-8533-699CF17F85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A961A-EC7E-437E-B0B6-BCA6A7CDF6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D9385-51D9-4053-80A0-4C98A0EE2B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527C4-46B7-4BF8-BCE7-EB7632ACC1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69EEF9-9537-48C5-9C3C-AC251A1668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6CC5CD3-4580-4E12-BC5D-127095E2EE8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7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Skill </a:t>
            </a:r>
            <a:r>
              <a:rPr b="1" lang="zh-CN" sz="3800" spc="-1" strike="noStrike">
                <a:latin typeface="Noto Sans CJK SC"/>
              </a:rPr>
              <a:t>设计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600" spc="-1" strike="noStrike">
                <a:latin typeface="Noto Sans CJK SC"/>
              </a:rPr>
              <a:t>Lab 04</a:t>
            </a:r>
            <a:r>
              <a:rPr b="0" lang="zh-CN" sz="2600" spc="-1" strike="noStrike">
                <a:latin typeface="Noto Sans CJK SC"/>
              </a:rPr>
              <a:t>：</a:t>
            </a:r>
            <a:r>
              <a:rPr b="0" lang="en-US" sz="2600" spc="-1" strike="noStrike">
                <a:latin typeface="Noto Sans CJK SC"/>
              </a:rPr>
              <a:t>Code Review Skill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85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区分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和 </a:t>
            </a:r>
            <a:r>
              <a:rPr b="0" lang="en-US" sz="2400" spc="-1" strike="noStrike">
                <a:latin typeface="Noto Sans CJK SC"/>
              </a:rPr>
              <a:t>Prompt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 </a:t>
            </a:r>
            <a:r>
              <a:rPr b="0" lang="en-US" sz="2400" spc="-1" strike="noStrike">
                <a:latin typeface="Noto Sans CJK SC"/>
              </a:rPr>
              <a:t>code-review 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生成结构化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 </a:t>
            </a:r>
            <a:r>
              <a:rPr b="0" lang="en-US" sz="2400" spc="-1" strike="noStrike">
                <a:latin typeface="Noto Sans CJK SC"/>
              </a:rPr>
              <a:t>Agent Review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Skill </a:t>
            </a:r>
            <a:r>
              <a:rPr b="1" lang="zh-CN" sz="3000" spc="-1" strike="noStrike">
                <a:latin typeface="Noto Sans CJK SC"/>
              </a:rPr>
              <a:t>不是长 </a:t>
            </a:r>
            <a:r>
              <a:rPr b="1" lang="en-US" sz="3000" spc="-1" strike="noStrike">
                <a:latin typeface="Noto Sans CJK SC"/>
              </a:rPr>
              <a:t>Prompt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有适用场景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有触发条件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有输入要求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有执行步骤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有输出格式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有禁止行为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为什么做 </a:t>
            </a:r>
            <a:r>
              <a:rPr b="1" lang="en-US" sz="3000" spc="-1" strike="noStrike">
                <a:latin typeface="Noto Sans CJK SC"/>
              </a:rPr>
              <a:t>Review Skill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可复用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输出需要统一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测试证据必须真实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风险需要结构化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Review </a:t>
            </a:r>
            <a:r>
              <a:rPr b="1" lang="zh-CN" sz="3000" spc="-1" strike="noStrike">
                <a:latin typeface="Noto Sans CJK SC"/>
              </a:rPr>
              <a:t>维度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24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需求符合度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功能正确性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代码质量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架构一致性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测试覆盖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安全风险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文档完整性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Skill </a:t>
            </a:r>
            <a:r>
              <a:rPr b="1" lang="zh-CN" sz="3000" spc="-1" strike="noStrike">
                <a:latin typeface="Noto Sans CJK SC"/>
              </a:rPr>
              <a:t>输入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96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任务说明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Git 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测试日志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Rubric </a:t>
            </a:r>
            <a:r>
              <a:rPr b="0" lang="zh-CN" sz="2400" spc="-1" strike="noStrike">
                <a:latin typeface="Noto Sans CJK SC"/>
              </a:rPr>
              <a:t>或检查清单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Skill </a:t>
            </a:r>
            <a:r>
              <a:rPr b="1" lang="zh-CN" sz="3000" spc="-1" strike="noStrike">
                <a:latin typeface="Noto Sans CJK SC"/>
              </a:rPr>
              <a:t>输出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251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总体结论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主要问题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安全风险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建议修改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不确定项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禁止行为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不得编造测试结果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不得直接合并代码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不得忽略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证据不足必须标记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Lab 04 </a:t>
            </a:r>
            <a:r>
              <a:rPr b="1" lang="zh-CN" sz="3000" spc="-1" strike="noStrike">
                <a:latin typeface="Noto Sans CJK SC"/>
              </a:rPr>
              <a:t>流程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30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编写 </a:t>
            </a:r>
            <a:r>
              <a:rPr b="0" lang="en-US" sz="2400" spc="-1" strike="noStrike">
                <a:latin typeface="Noto Sans CJK SC"/>
              </a:rPr>
              <a:t>Skill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准备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生成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改进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人工修订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标出遗漏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标出夸大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补充证据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修订结论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记录下一版改进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提交物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20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code-review/SKILL.md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原始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人工修订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测试证据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复盘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2026-05-27T18:34:21Z</dcterms:created>
  <dc:creator/>
  <dc:description/>
  <dc:language>en-US</dc:language>
  <cp:lastModifiedBy/>
  <dcterms:modified xsi:type="dcterms:W3CDTF">2026-05-27T18:34:21Z</dcterms:modified>
  <cp:revision>1</cp:revision>
  <dc:subject/>
  <dc:title/>
</cp:coreProperties>
</file>