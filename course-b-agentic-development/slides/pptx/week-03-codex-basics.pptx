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31511-C653-4E0D-8300-66DE926DA6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C678D-CE5E-4B95-ABAC-75764B8CCE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851B78-621D-4C3E-A1E2-514159FC4A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C1D17E-C389-41C6-980B-0E9523581A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76A044-72DD-4F02-9E35-F1540579FC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2BF901-60DD-494C-A5F2-301CB4941A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4E5F42-AE65-4AE4-987F-15DC941824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A44AE5-F884-48C1-B792-A35A5EA552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CCFC6C-651D-42BB-81D0-D36EE2D1A9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7913AF-4564-4D52-95DD-6E6D963C35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DC96CA-6798-48CC-92D7-6984CD6207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F7C747-1052-4BB5-8EF0-9B7C09B720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0578F3C-3F87-4D43-8E21-911C16B90C2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3 </a:t>
            </a:r>
            <a:r>
              <a:rPr b="1" lang="zh-CN" sz="3800" spc="-1" strike="noStrike">
                <a:latin typeface="Noto Sans CJK SC"/>
              </a:rPr>
              <a:t>周：</a:t>
            </a:r>
            <a:r>
              <a:rPr b="1" lang="en-US" sz="3800" spc="-1" strike="noStrike">
                <a:latin typeface="Noto Sans CJK SC"/>
              </a:rPr>
              <a:t>Codex </a:t>
            </a:r>
            <a:r>
              <a:rPr b="1" lang="zh-CN" sz="3800" spc="-1" strike="noStrike">
                <a:latin typeface="Noto Sans CJK SC"/>
              </a:rPr>
              <a:t>基础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latin typeface="Noto Sans CJK SC"/>
              </a:rPr>
              <a:t>Lab 02</a:t>
            </a:r>
            <a:r>
              <a:rPr b="0" lang="zh-CN" sz="2600" spc="-1" strike="noStrike">
                <a:latin typeface="Noto Sans CJK SC"/>
              </a:rPr>
              <a:t>：小功能开发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 </a:t>
            </a:r>
            <a:r>
              <a:rPr b="0" lang="en-US" sz="2400" spc="-1" strike="noStrike">
                <a:latin typeface="Noto Sans CJK SC"/>
              </a:rPr>
              <a:t>Codex </a:t>
            </a:r>
            <a:r>
              <a:rPr b="0" lang="zh-CN" sz="2400" spc="-1" strike="noStrike">
                <a:latin typeface="Noto Sans CJK SC"/>
              </a:rPr>
              <a:t>本地任务流程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对比 </a:t>
            </a:r>
            <a:r>
              <a:rPr b="0" lang="en-US" sz="2400" spc="-1" strike="noStrike">
                <a:latin typeface="Noto Sans CJK SC"/>
              </a:rPr>
              <a:t>Codex </a:t>
            </a:r>
            <a:r>
              <a:rPr b="0" lang="zh-CN" sz="2400" spc="-1" strike="noStrike">
                <a:latin typeface="Noto Sans CJK SC"/>
              </a:rPr>
              <a:t>与 </a:t>
            </a:r>
            <a:r>
              <a:rPr b="0" lang="en-US" sz="2400" spc="-1" strike="noStrike">
                <a:latin typeface="Noto Sans CJK SC"/>
              </a:rPr>
              <a:t>Claude Code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完成小功能开发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新增测试并保护原有行为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从 </a:t>
            </a:r>
            <a:r>
              <a:rPr b="1" lang="en-US" sz="3000" spc="-1" strike="noStrike">
                <a:latin typeface="Noto Sans CJK SC"/>
              </a:rPr>
              <a:t>Bugfix </a:t>
            </a:r>
            <a:r>
              <a:rPr b="1" lang="zh-CN" sz="3000" spc="-1" strike="noStrike">
                <a:latin typeface="Noto Sans CJK SC"/>
              </a:rPr>
              <a:t>到 </a:t>
            </a:r>
            <a:r>
              <a:rPr b="1" lang="en-US" sz="3000" spc="-1" strike="noStrike">
                <a:latin typeface="Noto Sans CJK SC"/>
              </a:rPr>
              <a:t>Feature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Bugfix </a:t>
            </a:r>
            <a:r>
              <a:rPr b="0" lang="zh-CN" sz="2400" spc="-1" strike="noStrike">
                <a:latin typeface="Noto Sans CJK SC"/>
              </a:rPr>
              <a:t>从失败测试开始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Feature </a:t>
            </a:r>
            <a:r>
              <a:rPr b="0" lang="zh-CN" sz="2400" spc="-1" strike="noStrike">
                <a:latin typeface="Noto Sans CJK SC"/>
              </a:rPr>
              <a:t>需要主动写验收标准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新增功能必须有新增测试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Codex </a:t>
            </a:r>
            <a:r>
              <a:rPr b="1" lang="zh-CN" sz="3000" spc="-1" strike="noStrike">
                <a:latin typeface="Noto Sans CJK SC"/>
              </a:rPr>
              <a:t>是什么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面向本地代码任务的 </a:t>
            </a:r>
            <a:r>
              <a:rPr b="0" lang="en-US" sz="2400" spc="-1" strike="noStrike">
                <a:latin typeface="Noto Sans CJK SC"/>
              </a:rPr>
              <a:t>Coding Agent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计划、执行、验证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关注 </a:t>
            </a:r>
            <a:r>
              <a:rPr b="0" lang="en-US" sz="2400" spc="-1" strike="noStrike">
                <a:latin typeface="Noto Sans CJK SC"/>
              </a:rPr>
              <a:t>sandbox </a:t>
            </a:r>
            <a:r>
              <a:rPr b="0" lang="zh-CN" sz="2400" spc="-1" strike="noStrike">
                <a:latin typeface="Noto Sans CJK SC"/>
              </a:rPr>
              <a:t>和 </a:t>
            </a:r>
            <a:r>
              <a:rPr b="0" lang="en-US" sz="2400" spc="-1" strike="noStrike">
                <a:latin typeface="Noto Sans CJK SC"/>
              </a:rPr>
              <a:t>approval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Codex </a:t>
            </a:r>
            <a:r>
              <a:rPr b="1" lang="zh-CN" sz="3000" spc="-1" strike="noStrike">
                <a:latin typeface="Noto Sans CJK SC"/>
              </a:rPr>
              <a:t>工作流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318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Task Packet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Plan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Approval / Human Gate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Edit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Test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Summary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Codex </a:t>
            </a:r>
            <a:r>
              <a:rPr b="1" lang="zh-CN" sz="3000" spc="-1" strike="noStrike">
                <a:latin typeface="Noto Sans CJK SC"/>
              </a:rPr>
              <a:t>与 </a:t>
            </a:r>
            <a:r>
              <a:rPr b="1" lang="en-US" sz="3000" spc="-1" strike="noStrike">
                <a:latin typeface="Noto Sans CJK SC"/>
              </a:rPr>
              <a:t>Claude Code </a:t>
            </a:r>
            <a:r>
              <a:rPr b="1" lang="zh-CN" sz="3000" spc="-1" strike="noStrike">
                <a:latin typeface="Noto Sans CJK SC"/>
              </a:rPr>
              <a:t>对比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21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任务输入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上下文读取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权限请求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呈现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测试执行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总结质量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Lab 02 </a:t>
            </a:r>
            <a:r>
              <a:rPr b="1" lang="zh-CN" sz="3000" spc="-1" strike="noStrike">
                <a:latin typeface="Noto Sans CJK SC"/>
              </a:rPr>
              <a:t>项目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4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repo-02-feature-development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src/todo_filter.py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tests/test_todo_filter.py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初始测试应通过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新增需求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filter_titles_by_status(tasks, status)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按状态过滤标题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保持顺序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无匹配返回空列表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不破坏 </a:t>
            </a:r>
            <a:r>
              <a:rPr b="0" lang="en-US" sz="2400" spc="-1" strike="noStrike">
                <a:latin typeface="Noto Sans CJK SC"/>
              </a:rPr>
              <a:t>list_titles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验收标准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新增功能测试通过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原有测试仍通过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不新增依赖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在允许范围内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新增测试设计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有匹配状态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无匹配状态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保持原始顺序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原有 </a:t>
            </a:r>
            <a:r>
              <a:rPr b="0" lang="en-US" sz="2400" spc="-1" strike="noStrike">
                <a:latin typeface="Noto Sans CJK SC"/>
              </a:rPr>
              <a:t>list_titles </a:t>
            </a:r>
            <a:r>
              <a:rPr b="0" lang="zh-CN" sz="2400" spc="-1" strike="noStrike">
                <a:latin typeface="Noto Sans CJK SC"/>
              </a:rPr>
              <a:t>行为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权限请求判断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记录请求原因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判断是否与任务相关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依赖、网络、删除文件需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diff </a:t>
            </a:r>
            <a:r>
              <a:rPr b="1" lang="zh-CN" sz="3000" spc="-1" strike="noStrike">
                <a:latin typeface="Noto Sans CJK SC"/>
              </a:rPr>
              <a:t>审查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是否新增函数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是否新增测试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是否保留旧测试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是否无关修改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工具对比记录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只基于本次证据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不写泛化宣传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说明任务、权限、测试、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差异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12/13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Lab 02 </a:t>
            </a:r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68000" y="576000"/>
            <a:ext cx="7920000" cy="22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Codex </a:t>
            </a:r>
            <a:r>
              <a:rPr b="0" lang="zh-CN" sz="2400" spc="-1" strike="noStrike">
                <a:latin typeface="Noto Sans CJK SC"/>
              </a:rPr>
              <a:t>输出摘要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权限记录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Git 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测试结果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工具对比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13/13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2026-05-27T18:34:20Z</dcterms:created>
  <dc:creator/>
  <dc:description/>
  <dc:language>en-US</dc:language>
  <cp:lastModifiedBy/>
  <dcterms:modified xsi:type="dcterms:W3CDTF">2026-05-27T18:34:20Z</dcterms:modified>
  <cp:revision>1</cp:revision>
  <dc:subject/>
  <dc:title/>
</cp:coreProperties>
</file>