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04C445-FA5B-482A-872A-E362297F43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5111F9-FF81-49DE-A9B2-B3804E5D43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AAD006-20A8-414E-AC05-01D6C0A259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2AABE9-7D68-4923-9CDC-4E2BE52E6F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7054F1-7A0C-43CE-AB0A-B40DA36BC0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71C9EA-ACAD-488A-96EF-78C1A0C63B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A2FD99-5DEE-483D-AA82-BC11884E38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462552-D807-4089-B0E4-9289D8F0AF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CC747B-834C-48EC-BCBD-61FFA6CDB2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827985-A0BF-4719-804F-7DB79AC6D5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ECA81F-B3F8-48CA-8749-480FD4D773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B5AFF0-10B8-4D6B-BD74-63E38AFEE3C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A0731AD-0BB4-4183-898A-3FE4BEC5FFD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76000"/>
            <a:ext cx="8280000" cy="78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800" spc="-1" strike="noStrike">
                <a:latin typeface="Noto Sans CJK SC"/>
              </a:rPr>
              <a:t>第 </a:t>
            </a:r>
            <a:r>
              <a:rPr b="1" lang="en-US" sz="3800" spc="-1" strike="noStrike">
                <a:latin typeface="Noto Sans CJK SC"/>
              </a:rPr>
              <a:t>4 </a:t>
            </a:r>
            <a:r>
              <a:rPr b="1" lang="zh-CN" sz="3800" spc="-1" strike="noStrike">
                <a:latin typeface="Noto Sans CJK SC"/>
              </a:rPr>
              <a:t>周：</a:t>
            </a:r>
            <a:r>
              <a:rPr b="1" lang="en-US" sz="3800" spc="-1" strike="noStrike">
                <a:latin typeface="Noto Sans CJK SC"/>
              </a:rPr>
              <a:t>Context Engineering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116000"/>
            <a:ext cx="7920000" cy="56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600" spc="-1" strike="noStrike">
                <a:latin typeface="Noto Sans CJK SC"/>
              </a:rPr>
              <a:t>让 </a:t>
            </a:r>
            <a:r>
              <a:rPr b="0" lang="en-US" sz="2600" spc="-1" strike="noStrike">
                <a:latin typeface="Noto Sans CJK SC"/>
              </a:rPr>
              <a:t>Agent </a:t>
            </a:r>
            <a:r>
              <a:rPr b="0" lang="zh-CN" sz="2600" spc="-1" strike="noStrike">
                <a:latin typeface="Noto Sans CJK SC"/>
              </a:rPr>
              <a:t>获得足够但不过量的上下文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548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Noto Sans CJK SC"/>
              </a:rPr>
              <a:t>Agentic Development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原生软件工程实践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4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理解上下文质量对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的影响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整理代码库地图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编写 </a:t>
            </a:r>
            <a:r>
              <a:rPr b="0" lang="en-US" sz="2400" spc="-1" strike="noStrike">
                <a:latin typeface="Noto Sans CJK SC"/>
              </a:rPr>
              <a:t>context-pack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为 </a:t>
            </a:r>
            <a:r>
              <a:rPr b="0" lang="en-US" sz="2400" spc="-1" strike="noStrike">
                <a:latin typeface="Noto Sans CJK SC"/>
              </a:rPr>
              <a:t>Lab 03 </a:t>
            </a:r>
            <a:r>
              <a:rPr b="0" lang="zh-CN" sz="2400" spc="-1" strike="noStrike">
                <a:latin typeface="Noto Sans CJK SC"/>
              </a:rPr>
              <a:t>规则文件准备材料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为什么上下文决定质量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上下文不足导致猜测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上下文过多稀释重点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过期信息会误导 </a:t>
            </a:r>
            <a:r>
              <a:rPr b="0" lang="en-US" sz="2400" spc="-1" strike="noStrike">
                <a:latin typeface="Noto Sans CJK SC"/>
              </a:rPr>
              <a:t>Agent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高质量上下文公式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273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目标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代码库地图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相关文件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错误或需求证据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验收标准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边界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代码库地图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项目目标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主要目录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关键源文件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关键测试文件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入口命令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当前任务相关路径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任务上下文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当前目标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当前行为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期望行为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相关文件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不应改变的旧行为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错误日志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85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失败测试名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错误类型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关键栈信息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完整日志留存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摘要交给 </a:t>
            </a:r>
            <a:r>
              <a:rPr b="0" lang="en-US" sz="2400" spc="-1" strike="noStrike">
                <a:latin typeface="Noto Sans CJK SC"/>
              </a:rPr>
              <a:t>Agent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测试命令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明确可执行命令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无法测试需说明原因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不把未运行测试写成通过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验收标准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可判断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可验证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可审查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包含文件范围和行为保护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上下文过少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只有一句需求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没有路径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没有日志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没有测试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没有边界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上下文过多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整仓无差别粘贴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旧聊天混入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过期需求污染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当前目标不突出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context-pack </a:t>
            </a:r>
            <a:r>
              <a:rPr b="1" lang="zh-CN" sz="3000" spc="-1" strike="noStrike">
                <a:latin typeface="Noto Sans CJK SC"/>
              </a:rPr>
              <a:t>模板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317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项目说明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当前任务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代码库地图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相关文件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证据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边界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验收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连接 </a:t>
            </a:r>
            <a:r>
              <a:rPr b="1" lang="en-US" sz="3000" spc="-1" strike="noStrike">
                <a:latin typeface="Noto Sans CJK SC"/>
              </a:rPr>
              <a:t>Lab 03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规则文件是长期上下文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Task Packet </a:t>
            </a:r>
            <a:r>
              <a:rPr b="0" lang="zh-CN" sz="2400" spc="-1" strike="noStrike">
                <a:latin typeface="Noto Sans CJK SC"/>
              </a:rPr>
              <a:t>是单次任务上下文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context-pack </a:t>
            </a:r>
            <a:r>
              <a:rPr b="0" lang="zh-CN" sz="2400" spc="-1" strike="noStrike">
                <a:latin typeface="Noto Sans CJK SC"/>
              </a:rPr>
              <a:t>可转化为 </a:t>
            </a:r>
            <a:r>
              <a:rPr b="0" lang="en-US" sz="2400" spc="-1" strike="noStrike">
                <a:latin typeface="Noto Sans CJK SC"/>
              </a:rPr>
              <a:t>CLAUDE.md / AGENTS.md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12/12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2026-05-27T18:34:20Z</dcterms:created>
  <dc:creator/>
  <dc:description/>
  <dc:language>en-US</dc:language>
  <cp:lastModifiedBy/>
  <dcterms:modified xsi:type="dcterms:W3CDTF">2026-05-27T18:34:20Z</dcterms:modified>
  <cp:revision>1</cp:revision>
  <dc:subject/>
  <dc:title/>
</cp:coreProperties>
</file>