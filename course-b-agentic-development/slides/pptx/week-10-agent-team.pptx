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C3319-4122-48C5-80DC-0AF24EAEBF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4451F2-5449-4625-BD7B-FC7B95F65D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EF1E75-CBC2-44E5-B50A-D5375DF58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D990BA-058D-4EA6-B77F-E3493DFCE4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152C8-E04B-477D-B130-44683DD7CC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271A5-F6C0-4F6E-9F4D-7CEBAB3D0F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DCF71-EF33-4C37-A8D2-3EF73B6D9E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DC1C0-2630-4A8D-A614-9B9F0EF994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67D8A-6D05-4F2A-B6C3-E8AB502896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2CEE1E-6D61-42CA-9C72-81965D3BAD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76D26-A59D-4C0F-BBCF-224EC01CB7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14E43A-93AE-472A-9F8B-165A5D0524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48D8612-E6BD-4569-AF51-93B466CC17E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10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Subagents </a:t>
            </a:r>
            <a:r>
              <a:rPr b="1" lang="zh-CN" sz="3800" spc="-1" strike="noStrike">
                <a:latin typeface="Noto Sans CJK SC"/>
              </a:rPr>
              <a:t>与 </a:t>
            </a:r>
            <a:r>
              <a:rPr b="1" lang="en-US" sz="3800" spc="-1" strike="noStrike">
                <a:latin typeface="Noto Sans CJK SC"/>
              </a:rPr>
              <a:t>Agent Team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职责明确、权限有限的多 </a:t>
            </a:r>
            <a:r>
              <a:rPr b="0" lang="en-US" sz="2600" spc="-1" strike="noStrike">
                <a:latin typeface="Noto Sans CJK SC"/>
              </a:rPr>
              <a:t>Agent </a:t>
            </a:r>
            <a:r>
              <a:rPr b="0" lang="zh-CN" sz="2600" spc="-1" strike="noStrike">
                <a:latin typeface="Noto Sans CJK SC"/>
              </a:rPr>
              <a:t>协作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 </a:t>
            </a:r>
            <a:r>
              <a:rPr b="0" lang="en-US" sz="2400" spc="-1" strike="noStrike">
                <a:latin typeface="Noto Sans CJK SC"/>
              </a:rPr>
              <a:t>Planner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Coder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Tester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Reviewer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明确输入输出和权限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避免责任不清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准备期末项目 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Agent Team </a:t>
            </a:r>
            <a:r>
              <a:rPr b="1" lang="zh-CN" sz="3000" spc="-1" strike="noStrike">
                <a:latin typeface="Noto Sans CJK SC"/>
              </a:rPr>
              <a:t>不是随便聊天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必须有职责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必须有边界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必须有交接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必须有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Planner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澄清需求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拆解任务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识别风险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输出计划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不直接改代码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Coder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根据确认计划实现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小步修改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保持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可审查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不无计划重构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Tester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生成测试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运行测试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分析失败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不伪造测试通过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不弱化测试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Reviewer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审查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检查测试和安全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提出修改建议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不直接合并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Human Gate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确认范围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审批危险操作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最终接受或拒绝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承担责任边界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标准工作流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30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需求输入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Planner </a:t>
            </a:r>
            <a:r>
              <a:rPr b="0" lang="zh-CN" sz="2400" spc="-1" strike="noStrike">
                <a:latin typeface="Noto Sans CJK SC"/>
              </a:rPr>
              <a:t>计划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Coder </a:t>
            </a:r>
            <a:r>
              <a:rPr b="0" lang="zh-CN" sz="2400" spc="-1" strike="noStrike">
                <a:latin typeface="Noto Sans CJK SC"/>
              </a:rPr>
              <a:t>实现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Tester </a:t>
            </a:r>
            <a:r>
              <a:rPr b="0" lang="zh-CN" sz="2400" spc="-1" strike="noStrike">
                <a:latin typeface="Noto Sans CJK SC"/>
              </a:rPr>
              <a:t>验证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Reviewer </a:t>
            </a:r>
            <a:r>
              <a:rPr b="0" lang="zh-CN" sz="2400" spc="-1" strike="noStrike">
                <a:latin typeface="Noto Sans CJK SC"/>
              </a:rPr>
              <a:t>审查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 </a:t>
            </a:r>
            <a:r>
              <a:rPr b="0" lang="zh-CN" sz="2400" spc="-1" strike="noStrike">
                <a:latin typeface="Noto Sans CJK SC"/>
              </a:rPr>
              <a:t>决策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权限分离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提出方案的人不批准自己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写代码的人不证明自己正确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测试失败不能绕过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合并必须人工决策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期末项目任务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设计至少 </a:t>
            </a:r>
            <a:r>
              <a:rPr b="0" lang="en-US" sz="2400" spc="-1" strike="noStrike">
                <a:latin typeface="Noto Sans CJK SC"/>
              </a:rPr>
              <a:t>3 </a:t>
            </a:r>
            <a:r>
              <a:rPr b="0" lang="zh-CN" sz="2400" spc="-1" strike="noStrike">
                <a:latin typeface="Noto Sans CJK SC"/>
              </a:rPr>
              <a:t>个角色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写输入输出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写允许和禁止操作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画 </a:t>
            </a:r>
            <a:r>
              <a:rPr b="0" lang="en-US" sz="2400" spc="-1" strike="noStrike">
                <a:latin typeface="Noto Sans CJK SC"/>
              </a:rPr>
              <a:t>workflow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2026-05-27T18:34:21Z</dcterms:created>
  <dc:creator/>
  <dc:description/>
  <dc:language>en-US</dc:language>
  <cp:lastModifiedBy/>
  <dcterms:modified xsi:type="dcterms:W3CDTF">2026-05-27T18:34:21Z</dcterms:modified>
  <cp:revision>1</cp:revision>
  <dc:subject/>
  <dc:title/>
</cp:coreProperties>
</file>